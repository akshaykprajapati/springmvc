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8" r:id="rId3"/>
    <p:sldId id="257" r:id="rId4"/>
    <p:sldId id="268" r:id="rId5"/>
    <p:sldId id="259" r:id="rId6"/>
    <p:sldId id="261" r:id="rId7"/>
    <p:sldId id="260" r:id="rId8"/>
    <p:sldId id="267" r:id="rId9"/>
    <p:sldId id="263" r:id="rId10"/>
    <p:sldId id="266" r:id="rId11"/>
    <p:sldId id="262" r:id="rId12"/>
    <p:sldId id="269" r:id="rId13"/>
    <p:sldId id="275" r:id="rId14"/>
    <p:sldId id="273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6"/>
    <p:restoredTop sz="94676"/>
  </p:normalViewPr>
  <p:slideViewPr>
    <p:cSldViewPr snapToGrid="0" snapToObjects="1">
      <p:cViewPr varScale="1">
        <p:scale>
          <a:sx n="81" d="100"/>
          <a:sy n="81" d="100"/>
        </p:scale>
        <p:origin x="53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USH VERMA" userId="f093919545f9f265" providerId="LiveId" clId="{91AB629B-1B89-4599-BC68-7AA91A893CB1}"/>
    <pc:docChg chg="modSld sldOrd">
      <pc:chgData name="AYUSH VERMA" userId="f093919545f9f265" providerId="LiveId" clId="{91AB629B-1B89-4599-BC68-7AA91A893CB1}" dt="2024-03-27T09:27:40.559" v="1"/>
      <pc:docMkLst>
        <pc:docMk/>
      </pc:docMkLst>
      <pc:sldChg chg="ord">
        <pc:chgData name="AYUSH VERMA" userId="f093919545f9f265" providerId="LiveId" clId="{91AB629B-1B89-4599-BC68-7AA91A893CB1}" dt="2024-03-27T09:27:40.559" v="1"/>
        <pc:sldMkLst>
          <pc:docMk/>
          <pc:sldMk cId="3947830621" sldId="259"/>
        </pc:sldMkLst>
      </pc:sldChg>
    </pc:docChg>
  </pc:docChgLst>
  <pc:docChgLst>
    <pc:chgData name="AYUSH VERMA" userId="f093919545f9f265" providerId="LiveId" clId="{C3992B0E-356E-402A-B1FB-045654EFCAD2}"/>
    <pc:docChg chg="modSld sldOrd">
      <pc:chgData name="AYUSH VERMA" userId="f093919545f9f265" providerId="LiveId" clId="{C3992B0E-356E-402A-B1FB-045654EFCAD2}" dt="2023-10-07T15:51:15.447" v="1"/>
      <pc:docMkLst>
        <pc:docMk/>
      </pc:docMkLst>
      <pc:sldChg chg="ord">
        <pc:chgData name="AYUSH VERMA" userId="f093919545f9f265" providerId="LiveId" clId="{C3992B0E-356E-402A-B1FB-045654EFCAD2}" dt="2023-10-07T15:51:15.447" v="1"/>
        <pc:sldMkLst>
          <pc:docMk/>
          <pc:sldMk cId="3519080037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1977F-04B4-8144-8B88-33FA7DF3CB4D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92FD-922E-F74B-B4CD-A7DF4369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782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1977F-04B4-8144-8B88-33FA7DF3CB4D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92FD-922E-F74B-B4CD-A7DF4369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063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1977F-04B4-8144-8B88-33FA7DF3CB4D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92FD-922E-F74B-B4CD-A7DF4369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8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1977F-04B4-8144-8B88-33FA7DF3CB4D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92FD-922E-F74B-B4CD-A7DF4369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820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1977F-04B4-8144-8B88-33FA7DF3CB4D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92FD-922E-F74B-B4CD-A7DF4369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501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1977F-04B4-8144-8B88-33FA7DF3CB4D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92FD-922E-F74B-B4CD-A7DF4369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597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1977F-04B4-8144-8B88-33FA7DF3CB4D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92FD-922E-F74B-B4CD-A7DF4369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527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1977F-04B4-8144-8B88-33FA7DF3CB4D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92FD-922E-F74B-B4CD-A7DF4369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235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1977F-04B4-8144-8B88-33FA7DF3CB4D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92FD-922E-F74B-B4CD-A7DF4369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44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1977F-04B4-8144-8B88-33FA7DF3CB4D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92FD-922E-F74B-B4CD-A7DF4369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53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1977F-04B4-8144-8B88-33FA7DF3CB4D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92FD-922E-F74B-B4CD-A7DF4369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708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1977F-04B4-8144-8B88-33FA7DF3CB4D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92FD-922E-F74B-B4CD-A7DF436987D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76042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1977F-04B4-8144-8B88-33FA7DF3CB4D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92FD-922E-F74B-B4CD-A7DF4369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730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1977F-04B4-8144-8B88-33FA7DF3CB4D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92FD-922E-F74B-B4CD-A7DF4369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8799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1977F-04B4-8144-8B88-33FA7DF3CB4D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92FD-922E-F74B-B4CD-A7DF4369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77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1977F-04B4-8144-8B88-33FA7DF3CB4D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92FD-922E-F74B-B4CD-A7DF4369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4725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1977F-04B4-8144-8B88-33FA7DF3CB4D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92FD-922E-F74B-B4CD-A7DF4369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589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401977F-04B4-8144-8B88-33FA7DF3CB4D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2A92FD-922E-F74B-B4CD-A7DF4369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4211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2B3BC-AFD4-0F53-88AC-50FE61475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2495" y="3771340"/>
            <a:ext cx="9144000" cy="23876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Greetings</a:t>
            </a:r>
            <a:br>
              <a:rPr lang="en-US" sz="3200" b="1" u="sng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Hi!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Hey Everybody!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What’s good everybody!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What’s up people!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Hello!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Good morning everyone!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728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2B3BC-AFD4-0F53-88AC-50FE61475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617" y="2866017"/>
            <a:ext cx="9220868" cy="2387600"/>
          </a:xfrm>
        </p:spPr>
        <p:txBody>
          <a:bodyPr>
            <a:noAutofit/>
          </a:bodyPr>
          <a:lstStyle/>
          <a:p>
            <a:pPr algn="l"/>
            <a:r>
              <a:rPr lang="en-US" sz="3200" b="1" u="sng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Name </a:t>
            </a:r>
            <a:b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I’m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Vidushi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Kaushik.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My name’s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Vidushi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Kaushik.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This is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Vidushi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Kaushik.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098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2B3BC-AFD4-0F53-88AC-50FE61475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5397" y="3242357"/>
            <a:ext cx="7921458" cy="23876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3. Create great first impression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am truly delighted to be a part of this event/organization.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Thank you for taking the time to meet me today.</a:t>
            </a:r>
            <a:b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I really appreciate being considered for this role.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470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2B3BC-AFD4-0F53-88AC-50FE61475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0413" y="5232479"/>
            <a:ext cx="9220868" cy="23876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Age</a:t>
            </a:r>
            <a:br>
              <a:rPr lang="en-US" sz="3200" b="1" u="sng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am 29 years old.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am 29.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am in my early/mid/late + Decade.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am in her early-teens.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am in my late-twenties. 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am in his late-forties.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698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2B3BC-AFD4-0F53-88AC-50FE61475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5887" y="5089656"/>
            <a:ext cx="9220868" cy="23876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Place </a:t>
            </a:r>
            <a:b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belong to Delhi.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am from Delhi itself.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am from Delhi, and currently living in Gurgaon.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am originally from Delhi, but now I am based/settled in Gurgaon.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grew up in Delhi.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was born and brough up in Delhi, then I moved to Gurgaon a decade ago.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7830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2B3BC-AFD4-0F53-88AC-50FE61475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8622" y="6147827"/>
            <a:ext cx="9220868" cy="23876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Qualification </a:t>
            </a:r>
            <a:br>
              <a:rPr lang="en-US" sz="3200" b="1" u="sng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am in 8</a:t>
            </a:r>
            <a:r>
              <a:rPr lang="en-US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standard.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am pursuing/ doing/ studying MBA.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I have recently attained a Bachelor's degree in mass communication from XYZ University.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am in my final year of graduation. 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am currently taking an online English course to upskill my communication skills.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am a marketing graduate.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am a post-grad. 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423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2B3BC-AFD4-0F53-88AC-50FE61475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6078" y="6462044"/>
            <a:ext cx="9220868" cy="23876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Work </a:t>
            </a:r>
            <a:br>
              <a:rPr lang="en-US" sz="3200" b="1" u="sng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am a student.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am a working professional.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am a wife and a mother of two.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am a manager at HDFC Bank.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am currently working at Ocean English academy.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am working for / at google in the marketing department.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run my own business.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069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2B3BC-AFD4-0F53-88AC-50FE61475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2536" y="3703916"/>
            <a:ext cx="7829759" cy="23876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Experience </a:t>
            </a:r>
            <a:b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have “duration” of experience in “Field”.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have 10 years of experience in sales.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have 10 years of sales experience.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have worked in the accounting field for 3 years.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have been working with OEA for 10 years now.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909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2B3BC-AFD4-0F53-88AC-50FE61475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6212" y="6762532"/>
            <a:ext cx="8353231" cy="23876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 Family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live here with my family/ husband.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We are a family of five.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have a 3-year-old son, and he has just started school this year. And it has been pretty exciting for us.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am a single parent.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am an only child.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We are 3 siblings.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live in Gurgaon, but most of my extended family lives in Delhi.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2B3BC-AFD4-0F53-88AC-50FE61475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1525" y="6450228"/>
            <a:ext cx="9220868" cy="23876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 Hobbies 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enjoy cooking, the kitchen is my happy place.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am interested in business and start ups.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am a keen swimmer.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Besides this I am into reading thriller novels.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have a sound knowledge of……., If anybody requires support in these areas, I will be glad to help.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am a fitness freak and a huge fan of gym.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love meeting people from all walks of life and learn from their experiences.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 future I aspire to…..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0129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2B3BC-AFD4-0F53-88AC-50FE61475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3891" y="5357692"/>
            <a:ext cx="9220868" cy="23876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Hobbies </a:t>
            </a:r>
            <a:b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love outdoors, I have been to treks in Himalayas on multiple occasions. I love cycling long distances.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can manager singing which some may find intolerable. Besides, I am fond of playing chess Whenever I get time. 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 future I aspire to work with....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443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2B3BC-AFD4-0F53-88AC-50FE61475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080" y="6398620"/>
            <a:ext cx="9220868" cy="23876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11. Ending</a:t>
            </a:r>
            <a:b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That’s all about me.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At the end, thank you very much for listening to me.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At the end, I am really excited to be here. Which is a complete new phrase of my life.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look forward to making new friends, and learning new skills. 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080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B610C9-E462-1AAE-A2B3-D729E6E25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4316" y="3140675"/>
            <a:ext cx="8825658" cy="3329581"/>
          </a:xfrm>
        </p:spPr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What’s good everybody!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This is Veronica, and I am a 25-year-old marketing graduate from Delhi university.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 am originally from Mumbai, but now I am based/settled in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Guguram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 work as a marketing head at ABC, I love socializing and meeting people from all walks of life. Besides, I am a big fan of yoga &amp;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gymming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That’s all about me. Thank you very much for listening to me.</a:t>
            </a:r>
          </a:p>
        </p:txBody>
      </p:sp>
    </p:spTree>
    <p:extLst>
      <p:ext uri="{BB962C8B-B14F-4D97-AF65-F5344CB8AC3E}">
        <p14:creationId xmlns:p14="http://schemas.microsoft.com/office/powerpoint/2010/main" val="4074798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2B3BC-AFD4-0F53-88AC-50FE61475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5566" y="5284694"/>
            <a:ext cx="9220868" cy="238760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 Fact</a:t>
            </a:r>
            <a:b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Now the fun fact about me is – I have an odd sense of humor, you may either like it or hate. I am a master at making jokes at inappropriate times.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833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2B3BC-AFD4-0F53-88AC-50FE61475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0754" y="5136777"/>
            <a:ext cx="9220868" cy="238760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 Fact</a:t>
            </a:r>
            <a:b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Hello Everybody, my name is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Vidushi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and I am a 29 year old entrepreneur from Saharanpur.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8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2B3BC-AFD4-0F53-88AC-50FE61475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9866" y="4743450"/>
            <a:ext cx="9220868" cy="2387600"/>
          </a:xfrm>
        </p:spPr>
        <p:txBody>
          <a:bodyPr>
            <a:noAutofit/>
          </a:bodyPr>
          <a:lstStyle/>
          <a:p>
            <a:r>
              <a:rPr lang="en-US" sz="6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 Fact</a:t>
            </a:r>
            <a:br>
              <a:rPr lang="en-US" sz="6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6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Condense your introduction to 2 flowing sentences .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461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2B3BC-AFD4-0F53-88AC-50FE61475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066" y="5106520"/>
            <a:ext cx="9220868" cy="238760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</a:t>
            </a:r>
            <a:r>
              <a:rPr lang="en-US" sz="32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atleast</a:t>
            </a:r>
            <a: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 introductions that you would use to introduce </a:t>
            </a:r>
            <a:r>
              <a:rPr lang="en-US" sz="32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youself</a:t>
            </a:r>
            <a: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At a party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 a formal situation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 an email message.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You have to be interesting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Introduction should be short and exciting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2789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{8FFB8BED-4CD4-314A-868D-60D396B45030}tf10001062</Template>
  <TotalTime>4547</TotalTime>
  <Words>1002</Words>
  <Application>Microsoft Office PowerPoint</Application>
  <PresentationFormat>Widescreen</PresentationFormat>
  <Paragraphs>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Wingdings 3</vt:lpstr>
      <vt:lpstr>Ion</vt:lpstr>
      <vt:lpstr>1. Greetings  Hi! Hey Everybody! What’s good everybody! What’s up people!  Hello! Good morning everyone! </vt:lpstr>
      <vt:lpstr>2. Name   I’m Vidushi Kaushik. My name’s Vidushi Kaushik. This is Vidushi Kaushik.  </vt:lpstr>
      <vt:lpstr> 3. Create great first impression  I am truly delighted to be a part of this event/organization. Thank you for taking the time to meet me today. I really appreciate being considered for this role. </vt:lpstr>
      <vt:lpstr>4. Age  I am 29 years old. I am 29. I am in my early/mid/late + Decade. I am in her early-teens. I am in my late-twenties.  I am in his late-forties.      </vt:lpstr>
      <vt:lpstr>5. Place   I belong to Delhi. I am from Delhi itself. I am from Delhi, and currently living in Gurgaon. I am originally from Delhi, but now I am based/settled in Gurgaon. I grew up in Delhi. I was born and brough up in Delhi, then I moved to Gurgaon a decade ago.   </vt:lpstr>
      <vt:lpstr>6. Qualification   I am in 8th standard. I am pursuing/ doing/ studying MBA. I have recently attained a Bachelor's degree in mass communication from XYZ University. I am in my final year of graduation.  I am currently taking an online English course to upskill my communication skills. I am a marketing graduate. I am a post-grad.       </vt:lpstr>
      <vt:lpstr>7. Work   I am a student. I am a working professional. I am a wife and a mother of two. I am a manager at HDFC Bank. I am currently working at Ocean English academy. I am working for / at google in the marketing department. I run my own business.       </vt:lpstr>
      <vt:lpstr>8. Experience   I have “duration” of experience in “Field”. I have 10 years of experience in sales. I have 10 years of sales experience. I have worked in the accounting field for 3 years. I have been working with OEA for 10 years now. </vt:lpstr>
      <vt:lpstr>9. Family I live here with my family/ husband. We are a family of five. I have a 3-year-old son, and he has just started school this year. And it has been pretty exciting for us. I am a single parent. I am an only child. We are 3 siblings. I live in Gurgaon, but most of my extended family lives in Delhi.       </vt:lpstr>
      <vt:lpstr>10. Hobbies  I enjoy cooking, the kitchen is my happy place. I am interested in business and start ups. I am a keen swimmer. Besides this I am into reading thriller novels. I have a sound knowledge of……., If anybody requires support in these areas, I will be glad to help. I am a fitness freak and a huge fan of gym. I love meeting people from all walks of life and learn from their experiences. In future I aspire to…..      </vt:lpstr>
      <vt:lpstr>Hobbies  I love outdoors, I have been to treks in Himalayas on multiple occasions. I love cycling long distances. I can manager singing which some may find intolerable. Besides, I am fond of playing chess Whenever I get time.  in future I aspire to work with....      </vt:lpstr>
      <vt:lpstr>11. Ending  That’s all about me. At the end, thank you very much for listening to me.  At the end, I am really excited to be here. Which is a complete new phrase of my life. I look forward to making new friends, and learning new skills.        </vt:lpstr>
      <vt:lpstr>What’s good everybody!  This is Veronica, and I am a 25-year-old marketing graduate from Delhi university.  I am originally from Mumbai, but now I am based/settled in Guguram.  I work as a marketing head at ABC, I love socializing and meeting people from all walks of life. Besides, I am a big fan of yoga &amp; gymming.  That’s all about me. Thank you very much for listening to me.</vt:lpstr>
      <vt:lpstr>Fun Fact  Now the fun fact about me is – I have an odd sense of humor, you may either like it or hate. I am a master at making jokes at inappropriate times.       </vt:lpstr>
      <vt:lpstr>Fun Fact  Hello Everybody, my name is Vidushi and I am a 29 year old entrepreneur from Saharanpur.        </vt:lpstr>
      <vt:lpstr>Fun Fact  Condense your introduction to 2 flowing sentences .      </vt:lpstr>
      <vt:lpstr>Create atleast 4 introductions that you would use to introduce youself.    At a party In a formal situation In an email message.  You have to be interesting Introduction should be short and exciting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Greeting  Hello Hi Good morning, Everyone. </dc:title>
  <dc:creator>Vidushi Kaushik</dc:creator>
  <cp:lastModifiedBy>AYUSH VERMA</cp:lastModifiedBy>
  <cp:revision>5</cp:revision>
  <dcterms:created xsi:type="dcterms:W3CDTF">2022-08-22T09:52:15Z</dcterms:created>
  <dcterms:modified xsi:type="dcterms:W3CDTF">2024-07-04T14:30:21Z</dcterms:modified>
</cp:coreProperties>
</file>